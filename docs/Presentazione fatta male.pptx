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it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3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eope\Localworks\python\impiccato\docs\Pianificazion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eope\Localworks\python\impiccato\docs\Pianificazion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1"/>
          <c:order val="0"/>
          <c:tx>
            <c:strRef>
              <c:f>Foglio1!$C$5</c:f>
              <c:strCache>
                <c:ptCount val="1"/>
                <c:pt idx="0">
                  <c:v>Inizio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Foglio1!$A$6:$A$12</c:f>
              <c:strCache>
                <c:ptCount val="7"/>
                <c:pt idx="0">
                  <c:v>Analisi</c:v>
                </c:pt>
                <c:pt idx="1">
                  <c:v>Design</c:v>
                </c:pt>
                <c:pt idx="2">
                  <c:v>Definizione dei test</c:v>
                </c:pt>
                <c:pt idx="3">
                  <c:v>Realizzazione</c:v>
                </c:pt>
                <c:pt idx="4">
                  <c:v>Test</c:v>
                </c:pt>
                <c:pt idx="5">
                  <c:v>Documentazione</c:v>
                </c:pt>
                <c:pt idx="6">
                  <c:v>Totale</c:v>
                </c:pt>
              </c:strCache>
            </c:strRef>
          </c:cat>
          <c:val>
            <c:numRef>
              <c:f>Foglio1!$C$6:$C$12</c:f>
              <c:numCache>
                <c:formatCode>General</c:formatCode>
                <c:ptCount val="7"/>
                <c:pt idx="0">
                  <c:v>0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14</c:v>
                </c:pt>
                <c:pt idx="5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A6-4955-8A21-355560CFDA60}"/>
            </c:ext>
          </c:extLst>
        </c:ser>
        <c:ser>
          <c:idx val="0"/>
          <c:order val="1"/>
          <c:tx>
            <c:strRef>
              <c:f>Foglio1!$B$5</c:f>
              <c:strCache>
                <c:ptCount val="1"/>
                <c:pt idx="0">
                  <c:v>Durata</c:v>
                </c:pt>
              </c:strCache>
            </c:strRef>
          </c:tx>
          <c:spPr>
            <a:gradFill flip="none" rotWithShape="1">
              <a:gsLst>
                <a:gs pos="62000">
                  <a:schemeClr val="accent1"/>
                </a:gs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chemeClr val="accent5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C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Foglio1!$A$6:$A$12</c:f>
              <c:strCache>
                <c:ptCount val="7"/>
                <c:pt idx="0">
                  <c:v>Analisi</c:v>
                </c:pt>
                <c:pt idx="1">
                  <c:v>Design</c:v>
                </c:pt>
                <c:pt idx="2">
                  <c:v>Definizione dei test</c:v>
                </c:pt>
                <c:pt idx="3">
                  <c:v>Realizzazione</c:v>
                </c:pt>
                <c:pt idx="4">
                  <c:v>Test</c:v>
                </c:pt>
                <c:pt idx="5">
                  <c:v>Documentazione</c:v>
                </c:pt>
                <c:pt idx="6">
                  <c:v>Totale</c:v>
                </c:pt>
              </c:strCache>
            </c:strRef>
          </c:cat>
          <c:val>
            <c:numRef>
              <c:f>Foglio1!$B$6:$B$12</c:f>
              <c:numCache>
                <c:formatCode>General</c:formatCode>
                <c:ptCount val="7"/>
                <c:pt idx="0">
                  <c:v>4</c:v>
                </c:pt>
                <c:pt idx="1">
                  <c:v>1</c:v>
                </c:pt>
                <c:pt idx="2">
                  <c:v>1</c:v>
                </c:pt>
                <c:pt idx="3">
                  <c:v>8</c:v>
                </c:pt>
                <c:pt idx="4">
                  <c:v>2</c:v>
                </c:pt>
                <c:pt idx="5">
                  <c:v>2</c:v>
                </c:pt>
                <c:pt idx="6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A6-4955-8A21-355560CFD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178867200"/>
        <c:axId val="178890720"/>
      </c:barChart>
      <c:catAx>
        <c:axId val="17886720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CH"/>
          </a:p>
        </c:txPr>
        <c:crossAx val="178890720"/>
        <c:crosses val="autoZero"/>
        <c:auto val="0"/>
        <c:lblAlgn val="ctr"/>
        <c:lblOffset val="100"/>
        <c:noMultiLvlLbl val="0"/>
      </c:catAx>
      <c:valAx>
        <c:axId val="178890720"/>
        <c:scaling>
          <c:orientation val="minMax"/>
          <c:max val="18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CH"/>
          </a:p>
        </c:txPr>
        <c:crossAx val="178867200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CH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1"/>
          <c:order val="0"/>
          <c:tx>
            <c:strRef>
              <c:f>Foglio1!$C$25</c:f>
              <c:strCache>
                <c:ptCount val="1"/>
                <c:pt idx="0">
                  <c:v>Inizio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Foglio1!$A$26:$A$32</c:f>
              <c:strCache>
                <c:ptCount val="7"/>
                <c:pt idx="0">
                  <c:v>Analisi</c:v>
                </c:pt>
                <c:pt idx="1">
                  <c:v>Design</c:v>
                </c:pt>
                <c:pt idx="2">
                  <c:v>Definizione dei test</c:v>
                </c:pt>
                <c:pt idx="3">
                  <c:v>Realizzazione</c:v>
                </c:pt>
                <c:pt idx="4">
                  <c:v>Test</c:v>
                </c:pt>
                <c:pt idx="5">
                  <c:v>Documentazione</c:v>
                </c:pt>
                <c:pt idx="6">
                  <c:v>Totale</c:v>
                </c:pt>
              </c:strCache>
            </c:strRef>
          </c:cat>
          <c:val>
            <c:numRef>
              <c:f>Foglio1!$C$26:$C$32</c:f>
              <c:numCache>
                <c:formatCode>General</c:formatCode>
                <c:ptCount val="7"/>
                <c:pt idx="0">
                  <c:v>0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14</c:v>
                </c:pt>
                <c:pt idx="5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2D-4806-9BD9-D7564F3F1A01}"/>
            </c:ext>
          </c:extLst>
        </c:ser>
        <c:ser>
          <c:idx val="0"/>
          <c:order val="1"/>
          <c:tx>
            <c:strRef>
              <c:f>Foglio1!$B$25</c:f>
              <c:strCache>
                <c:ptCount val="1"/>
                <c:pt idx="0">
                  <c:v>Durata</c:v>
                </c:pt>
              </c:strCache>
            </c:strRef>
          </c:tx>
          <c:spPr>
            <a:gradFill>
              <a:gsLst>
                <a:gs pos="62000">
                  <a:schemeClr val="accent6">
                    <a:lumMod val="75000"/>
                  </a:schemeClr>
                </a:gs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it-C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Foglio1!$A$26:$A$32</c:f>
              <c:strCache>
                <c:ptCount val="7"/>
                <c:pt idx="0">
                  <c:v>Analisi</c:v>
                </c:pt>
                <c:pt idx="1">
                  <c:v>Design</c:v>
                </c:pt>
                <c:pt idx="2">
                  <c:v>Definizione dei test</c:v>
                </c:pt>
                <c:pt idx="3">
                  <c:v>Realizzazione</c:v>
                </c:pt>
                <c:pt idx="4">
                  <c:v>Test</c:v>
                </c:pt>
                <c:pt idx="5">
                  <c:v>Documentazione</c:v>
                </c:pt>
                <c:pt idx="6">
                  <c:v>Totale</c:v>
                </c:pt>
              </c:strCache>
            </c:strRef>
          </c:cat>
          <c:val>
            <c:numRef>
              <c:f>Foglio1!$B$26:$B$32</c:f>
              <c:numCache>
                <c:formatCode>General</c:formatCode>
                <c:ptCount val="7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9</c:v>
                </c:pt>
                <c:pt idx="4">
                  <c:v>3</c:v>
                </c:pt>
                <c:pt idx="5">
                  <c:v>1</c:v>
                </c:pt>
                <c:pt idx="6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2D-4806-9BD9-D7564F3F1A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178867200"/>
        <c:axId val="178890720"/>
      </c:barChart>
      <c:catAx>
        <c:axId val="17886720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it-CH"/>
          </a:p>
        </c:txPr>
        <c:crossAx val="178890720"/>
        <c:crosses val="autoZero"/>
        <c:auto val="0"/>
        <c:lblAlgn val="ctr"/>
        <c:lblOffset val="100"/>
        <c:noMultiLvlLbl val="0"/>
      </c:catAx>
      <c:valAx>
        <c:axId val="178890720"/>
        <c:scaling>
          <c:orientation val="minMax"/>
          <c:max val="18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it-CH"/>
          </a:p>
        </c:txPr>
        <c:crossAx val="178867200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it-CH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558F1E-81EF-4CD6-92D2-24B01029792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A314A06-5F8B-4B23-993E-BEDD280935BC}">
      <dgm:prSet/>
      <dgm:spPr/>
      <dgm:t>
        <a:bodyPr/>
        <a:lstStyle/>
        <a:p>
          <a:r>
            <a:rPr lang="it-CH"/>
            <a:t>Indice</a:t>
          </a:r>
          <a:endParaRPr lang="en-US"/>
        </a:p>
      </dgm:t>
    </dgm:pt>
    <dgm:pt modelId="{0A5428B0-F9B7-4173-97EC-71F675EB8F04}" type="parTrans" cxnId="{2C608053-568F-4858-94B4-716C2ED37067}">
      <dgm:prSet/>
      <dgm:spPr/>
      <dgm:t>
        <a:bodyPr/>
        <a:lstStyle/>
        <a:p>
          <a:endParaRPr lang="en-US"/>
        </a:p>
      </dgm:t>
    </dgm:pt>
    <dgm:pt modelId="{B33D1F80-3413-444B-A950-23BF2EFE1C6A}" type="sibTrans" cxnId="{2C608053-568F-4858-94B4-716C2ED37067}">
      <dgm:prSet/>
      <dgm:spPr/>
      <dgm:t>
        <a:bodyPr/>
        <a:lstStyle/>
        <a:p>
          <a:endParaRPr lang="en-US"/>
        </a:p>
      </dgm:t>
    </dgm:pt>
    <dgm:pt modelId="{85BC2D03-9547-4D6B-9F0C-F7629BA32636}">
      <dgm:prSet/>
      <dgm:spPr/>
      <dgm:t>
        <a:bodyPr/>
        <a:lstStyle/>
        <a:p>
          <a:r>
            <a:rPr lang="it-CH"/>
            <a:t>Scopo</a:t>
          </a:r>
          <a:endParaRPr lang="en-US"/>
        </a:p>
      </dgm:t>
    </dgm:pt>
    <dgm:pt modelId="{FD4A9387-522A-4C8D-8719-30FDA3E27CCB}" type="parTrans" cxnId="{05CA06BB-9B45-4E73-A617-F8D868879FAD}">
      <dgm:prSet/>
      <dgm:spPr/>
      <dgm:t>
        <a:bodyPr/>
        <a:lstStyle/>
        <a:p>
          <a:endParaRPr lang="en-US"/>
        </a:p>
      </dgm:t>
    </dgm:pt>
    <dgm:pt modelId="{16FAF1E3-8221-48A8-A276-F3D5D77D03BB}" type="sibTrans" cxnId="{05CA06BB-9B45-4E73-A617-F8D868879FAD}">
      <dgm:prSet/>
      <dgm:spPr/>
      <dgm:t>
        <a:bodyPr/>
        <a:lstStyle/>
        <a:p>
          <a:endParaRPr lang="en-US"/>
        </a:p>
      </dgm:t>
    </dgm:pt>
    <dgm:pt modelId="{721E4E02-97B2-4074-9B9C-9028F415E927}">
      <dgm:prSet/>
      <dgm:spPr/>
      <dgm:t>
        <a:bodyPr/>
        <a:lstStyle/>
        <a:p>
          <a:r>
            <a:rPr lang="it-CH"/>
            <a:t>Design</a:t>
          </a:r>
          <a:endParaRPr lang="en-US"/>
        </a:p>
      </dgm:t>
    </dgm:pt>
    <dgm:pt modelId="{246D7760-F05C-421D-A8AB-FA9D85CFC247}" type="parTrans" cxnId="{7132329E-C1C1-44B2-9683-E3F19D5C0861}">
      <dgm:prSet/>
      <dgm:spPr/>
      <dgm:t>
        <a:bodyPr/>
        <a:lstStyle/>
        <a:p>
          <a:endParaRPr lang="en-US"/>
        </a:p>
      </dgm:t>
    </dgm:pt>
    <dgm:pt modelId="{0C8D1962-AEF0-47D8-87B3-E295EB559861}" type="sibTrans" cxnId="{7132329E-C1C1-44B2-9683-E3F19D5C0861}">
      <dgm:prSet/>
      <dgm:spPr/>
      <dgm:t>
        <a:bodyPr/>
        <a:lstStyle/>
        <a:p>
          <a:endParaRPr lang="en-US"/>
        </a:p>
      </dgm:t>
    </dgm:pt>
    <dgm:pt modelId="{40EC5052-9170-4811-B793-82488174AD6E}">
      <dgm:prSet/>
      <dgm:spPr/>
      <dgm:t>
        <a:bodyPr/>
        <a:lstStyle/>
        <a:p>
          <a:r>
            <a:rPr lang="it-CH"/>
            <a:t>Procedura</a:t>
          </a:r>
          <a:endParaRPr lang="en-US"/>
        </a:p>
      </dgm:t>
    </dgm:pt>
    <dgm:pt modelId="{BE2D2EC9-873D-4367-BAF3-049F33F52EB9}" type="parTrans" cxnId="{92C49BC8-7743-4E52-97A1-4360267A06D3}">
      <dgm:prSet/>
      <dgm:spPr/>
      <dgm:t>
        <a:bodyPr/>
        <a:lstStyle/>
        <a:p>
          <a:endParaRPr lang="en-US"/>
        </a:p>
      </dgm:t>
    </dgm:pt>
    <dgm:pt modelId="{A9F1A7BE-01C9-45D2-878E-2E4146D22CFE}" type="sibTrans" cxnId="{92C49BC8-7743-4E52-97A1-4360267A06D3}">
      <dgm:prSet/>
      <dgm:spPr/>
      <dgm:t>
        <a:bodyPr/>
        <a:lstStyle/>
        <a:p>
          <a:endParaRPr lang="en-US"/>
        </a:p>
      </dgm:t>
    </dgm:pt>
    <dgm:pt modelId="{0BD5CD81-D391-4178-A0B1-FA7C93DE4809}">
      <dgm:prSet/>
      <dgm:spPr/>
      <dgm:t>
        <a:bodyPr/>
        <a:lstStyle/>
        <a:p>
          <a:r>
            <a:rPr lang="it-CH"/>
            <a:t>Risultati</a:t>
          </a:r>
          <a:endParaRPr lang="en-US"/>
        </a:p>
      </dgm:t>
    </dgm:pt>
    <dgm:pt modelId="{2ACEEE60-D43D-4F1C-AF52-FE0D51726DA1}" type="parTrans" cxnId="{FB3148E1-DCF2-4B5C-9933-1F73360299CF}">
      <dgm:prSet/>
      <dgm:spPr/>
      <dgm:t>
        <a:bodyPr/>
        <a:lstStyle/>
        <a:p>
          <a:endParaRPr lang="en-US"/>
        </a:p>
      </dgm:t>
    </dgm:pt>
    <dgm:pt modelId="{BD90AB7D-86EE-4A1C-9C13-F651341FC269}" type="sibTrans" cxnId="{FB3148E1-DCF2-4B5C-9933-1F73360299CF}">
      <dgm:prSet/>
      <dgm:spPr/>
      <dgm:t>
        <a:bodyPr/>
        <a:lstStyle/>
        <a:p>
          <a:endParaRPr lang="en-US"/>
        </a:p>
      </dgm:t>
    </dgm:pt>
    <dgm:pt modelId="{BDA95786-FFFE-48D6-9AA9-CDF795EACA02}">
      <dgm:prSet/>
      <dgm:spPr/>
      <dgm:t>
        <a:bodyPr/>
        <a:lstStyle/>
        <a:p>
          <a:r>
            <a:rPr lang="it-CH"/>
            <a:t>Conclusione</a:t>
          </a:r>
          <a:endParaRPr lang="en-US"/>
        </a:p>
      </dgm:t>
    </dgm:pt>
    <dgm:pt modelId="{FE02A326-4F36-458F-989E-D8D513D3C1F0}" type="parTrans" cxnId="{224840AF-49CB-40CA-B4B2-6AA1686A3AF9}">
      <dgm:prSet/>
      <dgm:spPr/>
      <dgm:t>
        <a:bodyPr/>
        <a:lstStyle/>
        <a:p>
          <a:endParaRPr lang="en-US"/>
        </a:p>
      </dgm:t>
    </dgm:pt>
    <dgm:pt modelId="{06C173A9-6E97-444F-8945-65DCB830E9C4}" type="sibTrans" cxnId="{224840AF-49CB-40CA-B4B2-6AA1686A3AF9}">
      <dgm:prSet/>
      <dgm:spPr/>
      <dgm:t>
        <a:bodyPr/>
        <a:lstStyle/>
        <a:p>
          <a:endParaRPr lang="en-US"/>
        </a:p>
      </dgm:t>
    </dgm:pt>
    <dgm:pt modelId="{743CA728-4EDF-46B4-9AF3-A8DABBA8A178}" type="pres">
      <dgm:prSet presAssocID="{D2558F1E-81EF-4CD6-92D2-24B01029792F}" presName="root" presStyleCnt="0">
        <dgm:presLayoutVars>
          <dgm:dir/>
          <dgm:resizeHandles val="exact"/>
        </dgm:presLayoutVars>
      </dgm:prSet>
      <dgm:spPr/>
    </dgm:pt>
    <dgm:pt modelId="{93794D1A-1302-490D-A6BD-D2CD1E0F3F06}" type="pres">
      <dgm:prSet presAssocID="{D2558F1E-81EF-4CD6-92D2-24B01029792F}" presName="container" presStyleCnt="0">
        <dgm:presLayoutVars>
          <dgm:dir/>
          <dgm:resizeHandles val="exact"/>
        </dgm:presLayoutVars>
      </dgm:prSet>
      <dgm:spPr/>
    </dgm:pt>
    <dgm:pt modelId="{A0089CD9-3C51-428E-AD6C-FB690F0D8B12}" type="pres">
      <dgm:prSet presAssocID="{BA314A06-5F8B-4B23-993E-BEDD280935BC}" presName="compNode" presStyleCnt="0"/>
      <dgm:spPr/>
    </dgm:pt>
    <dgm:pt modelId="{0D3088BD-CF47-49CA-A1C7-4BEBA209AB91}" type="pres">
      <dgm:prSet presAssocID="{BA314A06-5F8B-4B23-993E-BEDD280935BC}" presName="iconBgRect" presStyleLbl="bgShp" presStyleIdx="0" presStyleCnt="6"/>
      <dgm:spPr/>
    </dgm:pt>
    <dgm:pt modelId="{6CBEA786-A68F-4D21-B05B-DE336035E4AA}" type="pres">
      <dgm:prSet presAssocID="{BA314A06-5F8B-4B23-993E-BEDD280935B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36957DB-2053-4513-AA4B-5253D260EF39}" type="pres">
      <dgm:prSet presAssocID="{BA314A06-5F8B-4B23-993E-BEDD280935BC}" presName="spaceRect" presStyleCnt="0"/>
      <dgm:spPr/>
    </dgm:pt>
    <dgm:pt modelId="{36233BBD-F04D-47B4-9A48-72168251B3A2}" type="pres">
      <dgm:prSet presAssocID="{BA314A06-5F8B-4B23-993E-BEDD280935BC}" presName="textRect" presStyleLbl="revTx" presStyleIdx="0" presStyleCnt="6">
        <dgm:presLayoutVars>
          <dgm:chMax val="1"/>
          <dgm:chPref val="1"/>
        </dgm:presLayoutVars>
      </dgm:prSet>
      <dgm:spPr/>
    </dgm:pt>
    <dgm:pt modelId="{49E414B9-B6E7-4834-A6C6-FF80353FAEA7}" type="pres">
      <dgm:prSet presAssocID="{B33D1F80-3413-444B-A950-23BF2EFE1C6A}" presName="sibTrans" presStyleLbl="sibTrans2D1" presStyleIdx="0" presStyleCnt="0"/>
      <dgm:spPr/>
    </dgm:pt>
    <dgm:pt modelId="{6F4A34D4-78B5-40B3-B657-5B31087B1F7A}" type="pres">
      <dgm:prSet presAssocID="{85BC2D03-9547-4D6B-9F0C-F7629BA32636}" presName="compNode" presStyleCnt="0"/>
      <dgm:spPr/>
    </dgm:pt>
    <dgm:pt modelId="{71B38644-255B-4CB0-A121-AE693B328428}" type="pres">
      <dgm:prSet presAssocID="{85BC2D03-9547-4D6B-9F0C-F7629BA32636}" presName="iconBgRect" presStyleLbl="bgShp" presStyleIdx="1" presStyleCnt="6"/>
      <dgm:spPr/>
    </dgm:pt>
    <dgm:pt modelId="{8E37D744-3137-4B60-BA50-15B7E4224638}" type="pres">
      <dgm:prSet presAssocID="{85BC2D03-9547-4D6B-9F0C-F7629BA3263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ro a segno"/>
        </a:ext>
      </dgm:extLst>
    </dgm:pt>
    <dgm:pt modelId="{3CB17811-FDB9-46DE-8206-89175B22A4BE}" type="pres">
      <dgm:prSet presAssocID="{85BC2D03-9547-4D6B-9F0C-F7629BA32636}" presName="spaceRect" presStyleCnt="0"/>
      <dgm:spPr/>
    </dgm:pt>
    <dgm:pt modelId="{C0A2DF11-8F74-44EF-9DFB-DD8E69CCA69B}" type="pres">
      <dgm:prSet presAssocID="{85BC2D03-9547-4D6B-9F0C-F7629BA32636}" presName="textRect" presStyleLbl="revTx" presStyleIdx="1" presStyleCnt="6">
        <dgm:presLayoutVars>
          <dgm:chMax val="1"/>
          <dgm:chPref val="1"/>
        </dgm:presLayoutVars>
      </dgm:prSet>
      <dgm:spPr/>
    </dgm:pt>
    <dgm:pt modelId="{6541BBEC-4013-4121-BD07-B57DD99D9B46}" type="pres">
      <dgm:prSet presAssocID="{16FAF1E3-8221-48A8-A276-F3D5D77D03BB}" presName="sibTrans" presStyleLbl="sibTrans2D1" presStyleIdx="0" presStyleCnt="0"/>
      <dgm:spPr/>
    </dgm:pt>
    <dgm:pt modelId="{FB55A8AC-DF86-4E80-AD47-71E901DB8464}" type="pres">
      <dgm:prSet presAssocID="{721E4E02-97B2-4074-9B9C-9028F415E927}" presName="compNode" presStyleCnt="0"/>
      <dgm:spPr/>
    </dgm:pt>
    <dgm:pt modelId="{7ED45AD4-2B7E-4C0B-87F9-D3BE76857B2B}" type="pres">
      <dgm:prSet presAssocID="{721E4E02-97B2-4074-9B9C-9028F415E927}" presName="iconBgRect" presStyleLbl="bgShp" presStyleIdx="2" presStyleCnt="6"/>
      <dgm:spPr/>
    </dgm:pt>
    <dgm:pt modelId="{CAFCC045-612D-4949-9C9A-737647AA43F7}" type="pres">
      <dgm:prSet presAssocID="{721E4E02-97B2-4074-9B9C-9028F415E92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ello"/>
        </a:ext>
      </dgm:extLst>
    </dgm:pt>
    <dgm:pt modelId="{B2A4ED47-ABA7-4618-977F-163BEEAF7029}" type="pres">
      <dgm:prSet presAssocID="{721E4E02-97B2-4074-9B9C-9028F415E927}" presName="spaceRect" presStyleCnt="0"/>
      <dgm:spPr/>
    </dgm:pt>
    <dgm:pt modelId="{2001D9A8-60C8-486E-B8CC-E4EEEF5225BB}" type="pres">
      <dgm:prSet presAssocID="{721E4E02-97B2-4074-9B9C-9028F415E927}" presName="textRect" presStyleLbl="revTx" presStyleIdx="2" presStyleCnt="6">
        <dgm:presLayoutVars>
          <dgm:chMax val="1"/>
          <dgm:chPref val="1"/>
        </dgm:presLayoutVars>
      </dgm:prSet>
      <dgm:spPr/>
    </dgm:pt>
    <dgm:pt modelId="{DE86AB9D-BA3B-4E52-BAB2-BC2E0B906C49}" type="pres">
      <dgm:prSet presAssocID="{0C8D1962-AEF0-47D8-87B3-E295EB559861}" presName="sibTrans" presStyleLbl="sibTrans2D1" presStyleIdx="0" presStyleCnt="0"/>
      <dgm:spPr/>
    </dgm:pt>
    <dgm:pt modelId="{9BD6FD63-FDD6-45C3-B4C0-84403074664B}" type="pres">
      <dgm:prSet presAssocID="{40EC5052-9170-4811-B793-82488174AD6E}" presName="compNode" presStyleCnt="0"/>
      <dgm:spPr/>
    </dgm:pt>
    <dgm:pt modelId="{8D2ACA2B-9C87-4195-8602-7C04B570CB7A}" type="pres">
      <dgm:prSet presAssocID="{40EC5052-9170-4811-B793-82488174AD6E}" presName="iconBgRect" presStyleLbl="bgShp" presStyleIdx="3" presStyleCnt="6"/>
      <dgm:spPr/>
    </dgm:pt>
    <dgm:pt modelId="{03049043-4298-4AA2-B9EA-3CF21FDE437C}" type="pres">
      <dgm:prSet presAssocID="{40EC5052-9170-4811-B793-82488174AD6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sso di lavoro"/>
        </a:ext>
      </dgm:extLst>
    </dgm:pt>
    <dgm:pt modelId="{BA373723-6B57-44CA-8937-A2EC9C964FAA}" type="pres">
      <dgm:prSet presAssocID="{40EC5052-9170-4811-B793-82488174AD6E}" presName="spaceRect" presStyleCnt="0"/>
      <dgm:spPr/>
    </dgm:pt>
    <dgm:pt modelId="{7B309595-71E4-4678-AFF4-3522312F6857}" type="pres">
      <dgm:prSet presAssocID="{40EC5052-9170-4811-B793-82488174AD6E}" presName="textRect" presStyleLbl="revTx" presStyleIdx="3" presStyleCnt="6">
        <dgm:presLayoutVars>
          <dgm:chMax val="1"/>
          <dgm:chPref val="1"/>
        </dgm:presLayoutVars>
      </dgm:prSet>
      <dgm:spPr/>
    </dgm:pt>
    <dgm:pt modelId="{5341F688-91A9-45EC-BEBE-D55AC96051FC}" type="pres">
      <dgm:prSet presAssocID="{A9F1A7BE-01C9-45D2-878E-2E4146D22CFE}" presName="sibTrans" presStyleLbl="sibTrans2D1" presStyleIdx="0" presStyleCnt="0"/>
      <dgm:spPr/>
    </dgm:pt>
    <dgm:pt modelId="{D8069E7C-AF02-4E55-8DEC-CCA52C322CC1}" type="pres">
      <dgm:prSet presAssocID="{0BD5CD81-D391-4178-A0B1-FA7C93DE4809}" presName="compNode" presStyleCnt="0"/>
      <dgm:spPr/>
    </dgm:pt>
    <dgm:pt modelId="{1814486B-0C06-4768-826C-8981DD61B6A0}" type="pres">
      <dgm:prSet presAssocID="{0BD5CD81-D391-4178-A0B1-FA7C93DE4809}" presName="iconBgRect" presStyleLbl="bgShp" presStyleIdx="4" presStyleCnt="6"/>
      <dgm:spPr/>
    </dgm:pt>
    <dgm:pt modelId="{511C2338-676B-4927-89A5-67EA804D4B1E}" type="pres">
      <dgm:prSet presAssocID="{0BD5CD81-D391-4178-A0B1-FA7C93DE4809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7967633-3349-4C5B-AC15-C8C97A79E06F}" type="pres">
      <dgm:prSet presAssocID="{0BD5CD81-D391-4178-A0B1-FA7C93DE4809}" presName="spaceRect" presStyleCnt="0"/>
      <dgm:spPr/>
    </dgm:pt>
    <dgm:pt modelId="{5A0B21A1-F8AB-480E-AD90-BBBD6FE28CF0}" type="pres">
      <dgm:prSet presAssocID="{0BD5CD81-D391-4178-A0B1-FA7C93DE4809}" presName="textRect" presStyleLbl="revTx" presStyleIdx="4" presStyleCnt="6">
        <dgm:presLayoutVars>
          <dgm:chMax val="1"/>
          <dgm:chPref val="1"/>
        </dgm:presLayoutVars>
      </dgm:prSet>
      <dgm:spPr/>
    </dgm:pt>
    <dgm:pt modelId="{5A944F22-1B56-4127-92DE-B2F33E47B3B1}" type="pres">
      <dgm:prSet presAssocID="{BD90AB7D-86EE-4A1C-9C13-F651341FC269}" presName="sibTrans" presStyleLbl="sibTrans2D1" presStyleIdx="0" presStyleCnt="0"/>
      <dgm:spPr/>
    </dgm:pt>
    <dgm:pt modelId="{FA1B9DFE-11CA-46C4-AEC3-F2AAB94FF798}" type="pres">
      <dgm:prSet presAssocID="{BDA95786-FFFE-48D6-9AA9-CDF795EACA02}" presName="compNode" presStyleCnt="0"/>
      <dgm:spPr/>
    </dgm:pt>
    <dgm:pt modelId="{6579EF99-15D6-4ADD-81D9-374E36616658}" type="pres">
      <dgm:prSet presAssocID="{BDA95786-FFFE-48D6-9AA9-CDF795EACA02}" presName="iconBgRect" presStyleLbl="bgShp" presStyleIdx="5" presStyleCnt="6"/>
      <dgm:spPr/>
    </dgm:pt>
    <dgm:pt modelId="{A99A028E-CEF4-42C5-A547-F945BBF08471}" type="pres">
      <dgm:prSet presAssocID="{BDA95786-FFFE-48D6-9AA9-CDF795EACA0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telletto"/>
        </a:ext>
      </dgm:extLst>
    </dgm:pt>
    <dgm:pt modelId="{592FF033-640D-4DAB-879B-35166DFA3A4A}" type="pres">
      <dgm:prSet presAssocID="{BDA95786-FFFE-48D6-9AA9-CDF795EACA02}" presName="spaceRect" presStyleCnt="0"/>
      <dgm:spPr/>
    </dgm:pt>
    <dgm:pt modelId="{B3D6B189-3A12-4DDE-8733-33402D4AC22E}" type="pres">
      <dgm:prSet presAssocID="{BDA95786-FFFE-48D6-9AA9-CDF795EACA0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364CC405-A8D9-4AB4-9551-D17404694848}" type="presOf" srcId="{40EC5052-9170-4811-B793-82488174AD6E}" destId="{7B309595-71E4-4678-AFF4-3522312F6857}" srcOrd="0" destOrd="0" presId="urn:microsoft.com/office/officeart/2018/2/layout/IconCircleList"/>
    <dgm:cxn modelId="{F822F814-F4EE-4CD3-8EB0-17FA9E92EA69}" type="presOf" srcId="{B33D1F80-3413-444B-A950-23BF2EFE1C6A}" destId="{49E414B9-B6E7-4834-A6C6-FF80353FAEA7}" srcOrd="0" destOrd="0" presId="urn:microsoft.com/office/officeart/2018/2/layout/IconCircleList"/>
    <dgm:cxn modelId="{67AB1136-814E-44C0-A9A9-DC9F71C74881}" type="presOf" srcId="{0C8D1962-AEF0-47D8-87B3-E295EB559861}" destId="{DE86AB9D-BA3B-4E52-BAB2-BC2E0B906C49}" srcOrd="0" destOrd="0" presId="urn:microsoft.com/office/officeart/2018/2/layout/IconCircleList"/>
    <dgm:cxn modelId="{C066705F-2F33-497E-8B8F-9D06A883ADB3}" type="presOf" srcId="{BDA95786-FFFE-48D6-9AA9-CDF795EACA02}" destId="{B3D6B189-3A12-4DDE-8733-33402D4AC22E}" srcOrd="0" destOrd="0" presId="urn:microsoft.com/office/officeart/2018/2/layout/IconCircleList"/>
    <dgm:cxn modelId="{D05FEE60-E9BF-41DE-9AEB-6F79D7F57171}" type="presOf" srcId="{A9F1A7BE-01C9-45D2-878E-2E4146D22CFE}" destId="{5341F688-91A9-45EC-BEBE-D55AC96051FC}" srcOrd="0" destOrd="0" presId="urn:microsoft.com/office/officeart/2018/2/layout/IconCircleList"/>
    <dgm:cxn modelId="{6B9AFE66-7610-473A-B816-D7390A64BF5F}" type="presOf" srcId="{BA314A06-5F8B-4B23-993E-BEDD280935BC}" destId="{36233BBD-F04D-47B4-9A48-72168251B3A2}" srcOrd="0" destOrd="0" presId="urn:microsoft.com/office/officeart/2018/2/layout/IconCircleList"/>
    <dgm:cxn modelId="{2C608053-568F-4858-94B4-716C2ED37067}" srcId="{D2558F1E-81EF-4CD6-92D2-24B01029792F}" destId="{BA314A06-5F8B-4B23-993E-BEDD280935BC}" srcOrd="0" destOrd="0" parTransId="{0A5428B0-F9B7-4173-97EC-71F675EB8F04}" sibTransId="{B33D1F80-3413-444B-A950-23BF2EFE1C6A}"/>
    <dgm:cxn modelId="{CEEA1282-692E-40C1-86D3-8B6D0679EBBD}" type="presOf" srcId="{721E4E02-97B2-4074-9B9C-9028F415E927}" destId="{2001D9A8-60C8-486E-B8CC-E4EEEF5225BB}" srcOrd="0" destOrd="0" presId="urn:microsoft.com/office/officeart/2018/2/layout/IconCircleList"/>
    <dgm:cxn modelId="{76D79A89-BFCC-49CA-9F42-F992C4856B30}" type="presOf" srcId="{D2558F1E-81EF-4CD6-92D2-24B01029792F}" destId="{743CA728-4EDF-46B4-9AF3-A8DABBA8A178}" srcOrd="0" destOrd="0" presId="urn:microsoft.com/office/officeart/2018/2/layout/IconCircleList"/>
    <dgm:cxn modelId="{7132329E-C1C1-44B2-9683-E3F19D5C0861}" srcId="{D2558F1E-81EF-4CD6-92D2-24B01029792F}" destId="{721E4E02-97B2-4074-9B9C-9028F415E927}" srcOrd="2" destOrd="0" parTransId="{246D7760-F05C-421D-A8AB-FA9D85CFC247}" sibTransId="{0C8D1962-AEF0-47D8-87B3-E295EB559861}"/>
    <dgm:cxn modelId="{224840AF-49CB-40CA-B4B2-6AA1686A3AF9}" srcId="{D2558F1E-81EF-4CD6-92D2-24B01029792F}" destId="{BDA95786-FFFE-48D6-9AA9-CDF795EACA02}" srcOrd="5" destOrd="0" parTransId="{FE02A326-4F36-458F-989E-D8D513D3C1F0}" sibTransId="{06C173A9-6E97-444F-8945-65DCB830E9C4}"/>
    <dgm:cxn modelId="{D0944BB6-19E3-44FC-9847-F640BDDF76E1}" type="presOf" srcId="{85BC2D03-9547-4D6B-9F0C-F7629BA32636}" destId="{C0A2DF11-8F74-44EF-9DFB-DD8E69CCA69B}" srcOrd="0" destOrd="0" presId="urn:microsoft.com/office/officeart/2018/2/layout/IconCircleList"/>
    <dgm:cxn modelId="{05CA06BB-9B45-4E73-A617-F8D868879FAD}" srcId="{D2558F1E-81EF-4CD6-92D2-24B01029792F}" destId="{85BC2D03-9547-4D6B-9F0C-F7629BA32636}" srcOrd="1" destOrd="0" parTransId="{FD4A9387-522A-4C8D-8719-30FDA3E27CCB}" sibTransId="{16FAF1E3-8221-48A8-A276-F3D5D77D03BB}"/>
    <dgm:cxn modelId="{462CB5BC-1E40-4E4F-901B-061E19D2E103}" type="presOf" srcId="{16FAF1E3-8221-48A8-A276-F3D5D77D03BB}" destId="{6541BBEC-4013-4121-BD07-B57DD99D9B46}" srcOrd="0" destOrd="0" presId="urn:microsoft.com/office/officeart/2018/2/layout/IconCircleList"/>
    <dgm:cxn modelId="{ACAED4C0-C7D4-4683-89A8-F7497168BE39}" type="presOf" srcId="{BD90AB7D-86EE-4A1C-9C13-F651341FC269}" destId="{5A944F22-1B56-4127-92DE-B2F33E47B3B1}" srcOrd="0" destOrd="0" presId="urn:microsoft.com/office/officeart/2018/2/layout/IconCircleList"/>
    <dgm:cxn modelId="{92C49BC8-7743-4E52-97A1-4360267A06D3}" srcId="{D2558F1E-81EF-4CD6-92D2-24B01029792F}" destId="{40EC5052-9170-4811-B793-82488174AD6E}" srcOrd="3" destOrd="0" parTransId="{BE2D2EC9-873D-4367-BAF3-049F33F52EB9}" sibTransId="{A9F1A7BE-01C9-45D2-878E-2E4146D22CFE}"/>
    <dgm:cxn modelId="{FB3148E1-DCF2-4B5C-9933-1F73360299CF}" srcId="{D2558F1E-81EF-4CD6-92D2-24B01029792F}" destId="{0BD5CD81-D391-4178-A0B1-FA7C93DE4809}" srcOrd="4" destOrd="0" parTransId="{2ACEEE60-D43D-4F1C-AF52-FE0D51726DA1}" sibTransId="{BD90AB7D-86EE-4A1C-9C13-F651341FC269}"/>
    <dgm:cxn modelId="{C5EEE7E1-80F0-4D8C-8234-100CA24547BA}" type="presOf" srcId="{0BD5CD81-D391-4178-A0B1-FA7C93DE4809}" destId="{5A0B21A1-F8AB-480E-AD90-BBBD6FE28CF0}" srcOrd="0" destOrd="0" presId="urn:microsoft.com/office/officeart/2018/2/layout/IconCircleList"/>
    <dgm:cxn modelId="{1C75ED46-466E-4F52-BC4F-14A9786D3D1C}" type="presParOf" srcId="{743CA728-4EDF-46B4-9AF3-A8DABBA8A178}" destId="{93794D1A-1302-490D-A6BD-D2CD1E0F3F06}" srcOrd="0" destOrd="0" presId="urn:microsoft.com/office/officeart/2018/2/layout/IconCircleList"/>
    <dgm:cxn modelId="{3B3C789A-42D9-44C9-9782-710861E3C4E1}" type="presParOf" srcId="{93794D1A-1302-490D-A6BD-D2CD1E0F3F06}" destId="{A0089CD9-3C51-428E-AD6C-FB690F0D8B12}" srcOrd="0" destOrd="0" presId="urn:microsoft.com/office/officeart/2018/2/layout/IconCircleList"/>
    <dgm:cxn modelId="{43F6FF10-7AFC-494C-B6C1-53333007EDFD}" type="presParOf" srcId="{A0089CD9-3C51-428E-AD6C-FB690F0D8B12}" destId="{0D3088BD-CF47-49CA-A1C7-4BEBA209AB91}" srcOrd="0" destOrd="0" presId="urn:microsoft.com/office/officeart/2018/2/layout/IconCircleList"/>
    <dgm:cxn modelId="{94F1896D-285C-46FA-8145-DB91086DDB1E}" type="presParOf" srcId="{A0089CD9-3C51-428E-AD6C-FB690F0D8B12}" destId="{6CBEA786-A68F-4D21-B05B-DE336035E4AA}" srcOrd="1" destOrd="0" presId="urn:microsoft.com/office/officeart/2018/2/layout/IconCircleList"/>
    <dgm:cxn modelId="{9EBC0B6F-4761-4810-BE1A-B6A1CBAB385B}" type="presParOf" srcId="{A0089CD9-3C51-428E-AD6C-FB690F0D8B12}" destId="{336957DB-2053-4513-AA4B-5253D260EF39}" srcOrd="2" destOrd="0" presId="urn:microsoft.com/office/officeart/2018/2/layout/IconCircleList"/>
    <dgm:cxn modelId="{785DA486-60F8-48B1-A8D2-31F12FA8BE18}" type="presParOf" srcId="{A0089CD9-3C51-428E-AD6C-FB690F0D8B12}" destId="{36233BBD-F04D-47B4-9A48-72168251B3A2}" srcOrd="3" destOrd="0" presId="urn:microsoft.com/office/officeart/2018/2/layout/IconCircleList"/>
    <dgm:cxn modelId="{043AB88C-82AC-4617-967D-1F67F63E7E03}" type="presParOf" srcId="{93794D1A-1302-490D-A6BD-D2CD1E0F3F06}" destId="{49E414B9-B6E7-4834-A6C6-FF80353FAEA7}" srcOrd="1" destOrd="0" presId="urn:microsoft.com/office/officeart/2018/2/layout/IconCircleList"/>
    <dgm:cxn modelId="{A9E62CAF-2332-406F-8C3A-A2EC0EB1CC67}" type="presParOf" srcId="{93794D1A-1302-490D-A6BD-D2CD1E0F3F06}" destId="{6F4A34D4-78B5-40B3-B657-5B31087B1F7A}" srcOrd="2" destOrd="0" presId="urn:microsoft.com/office/officeart/2018/2/layout/IconCircleList"/>
    <dgm:cxn modelId="{BDB6BEFF-4046-49CD-981E-00D2EF96C087}" type="presParOf" srcId="{6F4A34D4-78B5-40B3-B657-5B31087B1F7A}" destId="{71B38644-255B-4CB0-A121-AE693B328428}" srcOrd="0" destOrd="0" presId="urn:microsoft.com/office/officeart/2018/2/layout/IconCircleList"/>
    <dgm:cxn modelId="{7CF37245-04E7-4C31-BF7D-D669C7B3C52E}" type="presParOf" srcId="{6F4A34D4-78B5-40B3-B657-5B31087B1F7A}" destId="{8E37D744-3137-4B60-BA50-15B7E4224638}" srcOrd="1" destOrd="0" presId="urn:microsoft.com/office/officeart/2018/2/layout/IconCircleList"/>
    <dgm:cxn modelId="{48BF260E-EE87-4B4C-AB34-6C5D7B2E701A}" type="presParOf" srcId="{6F4A34D4-78B5-40B3-B657-5B31087B1F7A}" destId="{3CB17811-FDB9-46DE-8206-89175B22A4BE}" srcOrd="2" destOrd="0" presId="urn:microsoft.com/office/officeart/2018/2/layout/IconCircleList"/>
    <dgm:cxn modelId="{82D96D2F-CA63-4220-884C-15405E1BA605}" type="presParOf" srcId="{6F4A34D4-78B5-40B3-B657-5B31087B1F7A}" destId="{C0A2DF11-8F74-44EF-9DFB-DD8E69CCA69B}" srcOrd="3" destOrd="0" presId="urn:microsoft.com/office/officeart/2018/2/layout/IconCircleList"/>
    <dgm:cxn modelId="{F7D8E449-5D5E-4E7B-9A8E-025C3D5A877D}" type="presParOf" srcId="{93794D1A-1302-490D-A6BD-D2CD1E0F3F06}" destId="{6541BBEC-4013-4121-BD07-B57DD99D9B46}" srcOrd="3" destOrd="0" presId="urn:microsoft.com/office/officeart/2018/2/layout/IconCircleList"/>
    <dgm:cxn modelId="{28EC0435-9F1D-45FD-B3F1-F93DA2B08933}" type="presParOf" srcId="{93794D1A-1302-490D-A6BD-D2CD1E0F3F06}" destId="{FB55A8AC-DF86-4E80-AD47-71E901DB8464}" srcOrd="4" destOrd="0" presId="urn:microsoft.com/office/officeart/2018/2/layout/IconCircleList"/>
    <dgm:cxn modelId="{8A3C8641-4CD2-44D3-966C-466237FA5FF5}" type="presParOf" srcId="{FB55A8AC-DF86-4E80-AD47-71E901DB8464}" destId="{7ED45AD4-2B7E-4C0B-87F9-D3BE76857B2B}" srcOrd="0" destOrd="0" presId="urn:microsoft.com/office/officeart/2018/2/layout/IconCircleList"/>
    <dgm:cxn modelId="{915BD162-8BA2-431D-8C43-45B6F3CF04C7}" type="presParOf" srcId="{FB55A8AC-DF86-4E80-AD47-71E901DB8464}" destId="{CAFCC045-612D-4949-9C9A-737647AA43F7}" srcOrd="1" destOrd="0" presId="urn:microsoft.com/office/officeart/2018/2/layout/IconCircleList"/>
    <dgm:cxn modelId="{81F8E56F-99ED-4296-A05F-BBBEA18B43BA}" type="presParOf" srcId="{FB55A8AC-DF86-4E80-AD47-71E901DB8464}" destId="{B2A4ED47-ABA7-4618-977F-163BEEAF7029}" srcOrd="2" destOrd="0" presId="urn:microsoft.com/office/officeart/2018/2/layout/IconCircleList"/>
    <dgm:cxn modelId="{71B37A29-3C29-471D-AD9F-2F67BC393104}" type="presParOf" srcId="{FB55A8AC-DF86-4E80-AD47-71E901DB8464}" destId="{2001D9A8-60C8-486E-B8CC-E4EEEF5225BB}" srcOrd="3" destOrd="0" presId="urn:microsoft.com/office/officeart/2018/2/layout/IconCircleList"/>
    <dgm:cxn modelId="{E73439B2-FF45-4C94-B7FD-BC21892C7B16}" type="presParOf" srcId="{93794D1A-1302-490D-A6BD-D2CD1E0F3F06}" destId="{DE86AB9D-BA3B-4E52-BAB2-BC2E0B906C49}" srcOrd="5" destOrd="0" presId="urn:microsoft.com/office/officeart/2018/2/layout/IconCircleList"/>
    <dgm:cxn modelId="{2B62EECB-BA8E-4073-BF69-5345710389FC}" type="presParOf" srcId="{93794D1A-1302-490D-A6BD-D2CD1E0F3F06}" destId="{9BD6FD63-FDD6-45C3-B4C0-84403074664B}" srcOrd="6" destOrd="0" presId="urn:microsoft.com/office/officeart/2018/2/layout/IconCircleList"/>
    <dgm:cxn modelId="{5F84FC68-3657-4B22-8719-4762B45140ED}" type="presParOf" srcId="{9BD6FD63-FDD6-45C3-B4C0-84403074664B}" destId="{8D2ACA2B-9C87-4195-8602-7C04B570CB7A}" srcOrd="0" destOrd="0" presId="urn:microsoft.com/office/officeart/2018/2/layout/IconCircleList"/>
    <dgm:cxn modelId="{2A3C5EDB-7C8A-43EA-A106-F6A62BC68A73}" type="presParOf" srcId="{9BD6FD63-FDD6-45C3-B4C0-84403074664B}" destId="{03049043-4298-4AA2-B9EA-3CF21FDE437C}" srcOrd="1" destOrd="0" presId="urn:microsoft.com/office/officeart/2018/2/layout/IconCircleList"/>
    <dgm:cxn modelId="{0173FA3A-B4DE-4B6A-8EF6-5B914780CCB8}" type="presParOf" srcId="{9BD6FD63-FDD6-45C3-B4C0-84403074664B}" destId="{BA373723-6B57-44CA-8937-A2EC9C964FAA}" srcOrd="2" destOrd="0" presId="urn:microsoft.com/office/officeart/2018/2/layout/IconCircleList"/>
    <dgm:cxn modelId="{0570F58E-2EEA-4084-B8B3-FC9A61D00A71}" type="presParOf" srcId="{9BD6FD63-FDD6-45C3-B4C0-84403074664B}" destId="{7B309595-71E4-4678-AFF4-3522312F6857}" srcOrd="3" destOrd="0" presId="urn:microsoft.com/office/officeart/2018/2/layout/IconCircleList"/>
    <dgm:cxn modelId="{DDB2BAAF-8D99-4BB0-8A66-3F7CAB3BBADC}" type="presParOf" srcId="{93794D1A-1302-490D-A6BD-D2CD1E0F3F06}" destId="{5341F688-91A9-45EC-BEBE-D55AC96051FC}" srcOrd="7" destOrd="0" presId="urn:microsoft.com/office/officeart/2018/2/layout/IconCircleList"/>
    <dgm:cxn modelId="{C0EE2208-F2AE-4A77-A599-E24AA80C05DE}" type="presParOf" srcId="{93794D1A-1302-490D-A6BD-D2CD1E0F3F06}" destId="{D8069E7C-AF02-4E55-8DEC-CCA52C322CC1}" srcOrd="8" destOrd="0" presId="urn:microsoft.com/office/officeart/2018/2/layout/IconCircleList"/>
    <dgm:cxn modelId="{31285ADD-C05C-4CF9-926D-4BF3FDB23F26}" type="presParOf" srcId="{D8069E7C-AF02-4E55-8DEC-CCA52C322CC1}" destId="{1814486B-0C06-4768-826C-8981DD61B6A0}" srcOrd="0" destOrd="0" presId="urn:microsoft.com/office/officeart/2018/2/layout/IconCircleList"/>
    <dgm:cxn modelId="{0305E9DF-A3CA-4169-91E7-E4FE9DEAEB22}" type="presParOf" srcId="{D8069E7C-AF02-4E55-8DEC-CCA52C322CC1}" destId="{511C2338-676B-4927-89A5-67EA804D4B1E}" srcOrd="1" destOrd="0" presId="urn:microsoft.com/office/officeart/2018/2/layout/IconCircleList"/>
    <dgm:cxn modelId="{BA5E68F3-CEC2-4138-A99C-ABAEC76FAD9F}" type="presParOf" srcId="{D8069E7C-AF02-4E55-8DEC-CCA52C322CC1}" destId="{D7967633-3349-4C5B-AC15-C8C97A79E06F}" srcOrd="2" destOrd="0" presId="urn:microsoft.com/office/officeart/2018/2/layout/IconCircleList"/>
    <dgm:cxn modelId="{A40D8D02-A586-4754-8DA7-11860724FCEC}" type="presParOf" srcId="{D8069E7C-AF02-4E55-8DEC-CCA52C322CC1}" destId="{5A0B21A1-F8AB-480E-AD90-BBBD6FE28CF0}" srcOrd="3" destOrd="0" presId="urn:microsoft.com/office/officeart/2018/2/layout/IconCircleList"/>
    <dgm:cxn modelId="{EE26D0ED-F7A2-434B-92C9-6E4F5FA290F8}" type="presParOf" srcId="{93794D1A-1302-490D-A6BD-D2CD1E0F3F06}" destId="{5A944F22-1B56-4127-92DE-B2F33E47B3B1}" srcOrd="9" destOrd="0" presId="urn:microsoft.com/office/officeart/2018/2/layout/IconCircleList"/>
    <dgm:cxn modelId="{A319C03A-74B8-4815-B521-FFD72F422653}" type="presParOf" srcId="{93794D1A-1302-490D-A6BD-D2CD1E0F3F06}" destId="{FA1B9DFE-11CA-46C4-AEC3-F2AAB94FF798}" srcOrd="10" destOrd="0" presId="urn:microsoft.com/office/officeart/2018/2/layout/IconCircleList"/>
    <dgm:cxn modelId="{72D5A9D5-2317-4C5C-B0F0-B9906F809D24}" type="presParOf" srcId="{FA1B9DFE-11CA-46C4-AEC3-F2AAB94FF798}" destId="{6579EF99-15D6-4ADD-81D9-374E36616658}" srcOrd="0" destOrd="0" presId="urn:microsoft.com/office/officeart/2018/2/layout/IconCircleList"/>
    <dgm:cxn modelId="{18D38CC3-1436-4975-A4DE-0F2E201852EA}" type="presParOf" srcId="{FA1B9DFE-11CA-46C4-AEC3-F2AAB94FF798}" destId="{A99A028E-CEF4-42C5-A547-F945BBF08471}" srcOrd="1" destOrd="0" presId="urn:microsoft.com/office/officeart/2018/2/layout/IconCircleList"/>
    <dgm:cxn modelId="{16FC0ED4-2911-4673-9A4A-4C153EAF44B9}" type="presParOf" srcId="{FA1B9DFE-11CA-46C4-AEC3-F2AAB94FF798}" destId="{592FF033-640D-4DAB-879B-35166DFA3A4A}" srcOrd="2" destOrd="0" presId="urn:microsoft.com/office/officeart/2018/2/layout/IconCircleList"/>
    <dgm:cxn modelId="{E6CDB91E-201F-4E56-88A7-B2A5A4AAF092}" type="presParOf" srcId="{FA1B9DFE-11CA-46C4-AEC3-F2AAB94FF798}" destId="{B3D6B189-3A12-4DDE-8733-33402D4AC22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E933BC-DE24-4D09-8397-91BF4EA3AE3B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A73C745-1C57-47D5-9F23-9B1F4D265DEF}">
      <dgm:prSet/>
      <dgm:spPr/>
      <dgm:t>
        <a:bodyPr/>
        <a:lstStyle/>
        <a:p>
          <a:r>
            <a:rPr lang="it-CH"/>
            <a:t>Sviluppare il gioco dell'"impiccato" in python con interfaccia grafica</a:t>
          </a:r>
          <a:endParaRPr lang="en-US"/>
        </a:p>
      </dgm:t>
    </dgm:pt>
    <dgm:pt modelId="{9A0DCFD2-354A-4723-BD39-3D0BEF27EDB1}" type="parTrans" cxnId="{51D6DE30-5DA8-4AA0-B999-F2AC1BF85B8E}">
      <dgm:prSet/>
      <dgm:spPr/>
      <dgm:t>
        <a:bodyPr/>
        <a:lstStyle/>
        <a:p>
          <a:endParaRPr lang="en-US"/>
        </a:p>
      </dgm:t>
    </dgm:pt>
    <dgm:pt modelId="{8733A992-DB5D-47F4-B220-17ABA4F04F15}" type="sibTrans" cxnId="{51D6DE30-5DA8-4AA0-B999-F2AC1BF85B8E}">
      <dgm:prSet/>
      <dgm:spPr/>
      <dgm:t>
        <a:bodyPr/>
        <a:lstStyle/>
        <a:p>
          <a:endParaRPr lang="en-US"/>
        </a:p>
      </dgm:t>
    </dgm:pt>
    <dgm:pt modelId="{FF94713D-3D12-45C3-9C3B-17F754104866}">
      <dgm:prSet/>
      <dgm:spPr/>
      <dgm:t>
        <a:bodyPr/>
        <a:lstStyle/>
        <a:p>
          <a:r>
            <a:rPr lang="it-CH"/>
            <a:t>Single player</a:t>
          </a:r>
          <a:endParaRPr lang="en-US"/>
        </a:p>
      </dgm:t>
    </dgm:pt>
    <dgm:pt modelId="{8744B1D6-3EC2-4E5F-B10A-FB65E34116BA}" type="parTrans" cxnId="{330F5396-1F64-4136-994B-18AFE70640EB}">
      <dgm:prSet/>
      <dgm:spPr/>
      <dgm:t>
        <a:bodyPr/>
        <a:lstStyle/>
        <a:p>
          <a:endParaRPr lang="en-US"/>
        </a:p>
      </dgm:t>
    </dgm:pt>
    <dgm:pt modelId="{B01808CD-2CF6-416E-897D-127011AF374D}" type="sibTrans" cxnId="{330F5396-1F64-4136-994B-18AFE70640EB}">
      <dgm:prSet/>
      <dgm:spPr/>
      <dgm:t>
        <a:bodyPr/>
        <a:lstStyle/>
        <a:p>
          <a:endParaRPr lang="en-US"/>
        </a:p>
      </dgm:t>
    </dgm:pt>
    <dgm:pt modelId="{95A7083A-2DEB-4C81-8877-D5300A5B13A0}">
      <dgm:prSet/>
      <dgm:spPr/>
      <dgm:t>
        <a:bodyPr/>
        <a:lstStyle/>
        <a:p>
          <a:r>
            <a:rPr lang="it-CH"/>
            <a:t>Evoluzione della vecchia versione da terminale creata nel 2021</a:t>
          </a:r>
          <a:endParaRPr lang="en-US"/>
        </a:p>
      </dgm:t>
    </dgm:pt>
    <dgm:pt modelId="{7D0C506E-CF53-40E4-BACE-B382390306D0}" type="parTrans" cxnId="{F13CDB29-B236-4139-AB2B-BC02BF7F60BE}">
      <dgm:prSet/>
      <dgm:spPr/>
      <dgm:t>
        <a:bodyPr/>
        <a:lstStyle/>
        <a:p>
          <a:endParaRPr lang="en-US"/>
        </a:p>
      </dgm:t>
    </dgm:pt>
    <dgm:pt modelId="{A7DE7344-C079-466D-8990-A0532F97B692}" type="sibTrans" cxnId="{F13CDB29-B236-4139-AB2B-BC02BF7F60BE}">
      <dgm:prSet/>
      <dgm:spPr/>
      <dgm:t>
        <a:bodyPr/>
        <a:lstStyle/>
        <a:p>
          <a:endParaRPr lang="en-US"/>
        </a:p>
      </dgm:t>
    </dgm:pt>
    <dgm:pt modelId="{ADD9C111-0AF6-46F0-9C16-A0359C972714}">
      <dgm:prSet/>
      <dgm:spPr/>
      <dgm:t>
        <a:bodyPr/>
        <a:lstStyle/>
        <a:p>
          <a:r>
            <a:rPr lang="it-CH"/>
            <a:t>Compilato</a:t>
          </a:r>
          <a:endParaRPr lang="en-US"/>
        </a:p>
      </dgm:t>
    </dgm:pt>
    <dgm:pt modelId="{1D9AFD52-4530-4672-8125-29018B46919E}" type="parTrans" cxnId="{101536FD-8BAF-465F-8B73-EC63EB9FAEF7}">
      <dgm:prSet/>
      <dgm:spPr/>
      <dgm:t>
        <a:bodyPr/>
        <a:lstStyle/>
        <a:p>
          <a:endParaRPr lang="en-US"/>
        </a:p>
      </dgm:t>
    </dgm:pt>
    <dgm:pt modelId="{D67981E7-0324-4728-8A47-201F2884C921}" type="sibTrans" cxnId="{101536FD-8BAF-465F-8B73-EC63EB9FAEF7}">
      <dgm:prSet/>
      <dgm:spPr/>
      <dgm:t>
        <a:bodyPr/>
        <a:lstStyle/>
        <a:p>
          <a:endParaRPr lang="en-US"/>
        </a:p>
      </dgm:t>
    </dgm:pt>
    <dgm:pt modelId="{5537B3DA-8487-48A1-81FA-36C538E8B3A3}" type="pres">
      <dgm:prSet presAssocID="{37E933BC-DE24-4D09-8397-91BF4EA3AE3B}" presName="matrix" presStyleCnt="0">
        <dgm:presLayoutVars>
          <dgm:chMax val="1"/>
          <dgm:dir/>
          <dgm:resizeHandles val="exact"/>
        </dgm:presLayoutVars>
      </dgm:prSet>
      <dgm:spPr/>
    </dgm:pt>
    <dgm:pt modelId="{6E8C389D-BB23-4CBF-9A56-CD8FF53E195C}" type="pres">
      <dgm:prSet presAssocID="{37E933BC-DE24-4D09-8397-91BF4EA3AE3B}" presName="diamond" presStyleLbl="bgShp" presStyleIdx="0" presStyleCnt="1"/>
      <dgm:spPr/>
    </dgm:pt>
    <dgm:pt modelId="{56392502-41DA-4E0E-AF42-076FA035EDD8}" type="pres">
      <dgm:prSet presAssocID="{37E933BC-DE24-4D09-8397-91BF4EA3AE3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AEBA29E-5BA9-48DF-9603-748563A3F68C}" type="pres">
      <dgm:prSet presAssocID="{37E933BC-DE24-4D09-8397-91BF4EA3AE3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167CC31-83E7-4824-996B-D31895423653}" type="pres">
      <dgm:prSet presAssocID="{37E933BC-DE24-4D09-8397-91BF4EA3AE3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0741D1A-BA15-4E9D-A147-9D1402A85C4C}" type="pres">
      <dgm:prSet presAssocID="{37E933BC-DE24-4D09-8397-91BF4EA3AE3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2315A22-32CC-47AF-A0E6-B66AA7E59A0E}" type="presOf" srcId="{ADD9C111-0AF6-46F0-9C16-A0359C972714}" destId="{F0741D1A-BA15-4E9D-A147-9D1402A85C4C}" srcOrd="0" destOrd="0" presId="urn:microsoft.com/office/officeart/2005/8/layout/matrix3"/>
    <dgm:cxn modelId="{F13CDB29-B236-4139-AB2B-BC02BF7F60BE}" srcId="{37E933BC-DE24-4D09-8397-91BF4EA3AE3B}" destId="{95A7083A-2DEB-4C81-8877-D5300A5B13A0}" srcOrd="2" destOrd="0" parTransId="{7D0C506E-CF53-40E4-BACE-B382390306D0}" sibTransId="{A7DE7344-C079-466D-8990-A0532F97B692}"/>
    <dgm:cxn modelId="{51D6DE30-5DA8-4AA0-B999-F2AC1BF85B8E}" srcId="{37E933BC-DE24-4D09-8397-91BF4EA3AE3B}" destId="{1A73C745-1C57-47D5-9F23-9B1F4D265DEF}" srcOrd="0" destOrd="0" parTransId="{9A0DCFD2-354A-4723-BD39-3D0BEF27EDB1}" sibTransId="{8733A992-DB5D-47F4-B220-17ABA4F04F15}"/>
    <dgm:cxn modelId="{5F966868-7457-40CE-8DB3-4D135E7B9085}" type="presOf" srcId="{95A7083A-2DEB-4C81-8877-D5300A5B13A0}" destId="{8167CC31-83E7-4824-996B-D31895423653}" srcOrd="0" destOrd="0" presId="urn:microsoft.com/office/officeart/2005/8/layout/matrix3"/>
    <dgm:cxn modelId="{8A59164C-BDCE-4CB3-804B-1E816B1C7655}" type="presOf" srcId="{1A73C745-1C57-47D5-9F23-9B1F4D265DEF}" destId="{56392502-41DA-4E0E-AF42-076FA035EDD8}" srcOrd="0" destOrd="0" presId="urn:microsoft.com/office/officeart/2005/8/layout/matrix3"/>
    <dgm:cxn modelId="{330F5396-1F64-4136-994B-18AFE70640EB}" srcId="{37E933BC-DE24-4D09-8397-91BF4EA3AE3B}" destId="{FF94713D-3D12-45C3-9C3B-17F754104866}" srcOrd="1" destOrd="0" parTransId="{8744B1D6-3EC2-4E5F-B10A-FB65E34116BA}" sibTransId="{B01808CD-2CF6-416E-897D-127011AF374D}"/>
    <dgm:cxn modelId="{B815CCB6-64F6-4749-AFC1-F27A4E369DE5}" type="presOf" srcId="{37E933BC-DE24-4D09-8397-91BF4EA3AE3B}" destId="{5537B3DA-8487-48A1-81FA-36C538E8B3A3}" srcOrd="0" destOrd="0" presId="urn:microsoft.com/office/officeart/2005/8/layout/matrix3"/>
    <dgm:cxn modelId="{1D4D01D6-B206-41E9-B32C-F4378A41849A}" type="presOf" srcId="{FF94713D-3D12-45C3-9C3B-17F754104866}" destId="{FAEBA29E-5BA9-48DF-9603-748563A3F68C}" srcOrd="0" destOrd="0" presId="urn:microsoft.com/office/officeart/2005/8/layout/matrix3"/>
    <dgm:cxn modelId="{101536FD-8BAF-465F-8B73-EC63EB9FAEF7}" srcId="{37E933BC-DE24-4D09-8397-91BF4EA3AE3B}" destId="{ADD9C111-0AF6-46F0-9C16-A0359C972714}" srcOrd="3" destOrd="0" parTransId="{1D9AFD52-4530-4672-8125-29018B46919E}" sibTransId="{D67981E7-0324-4728-8A47-201F2884C921}"/>
    <dgm:cxn modelId="{11FAC225-B40E-42D0-8D46-656638C7043C}" type="presParOf" srcId="{5537B3DA-8487-48A1-81FA-36C538E8B3A3}" destId="{6E8C389D-BB23-4CBF-9A56-CD8FF53E195C}" srcOrd="0" destOrd="0" presId="urn:microsoft.com/office/officeart/2005/8/layout/matrix3"/>
    <dgm:cxn modelId="{B8F857EF-F206-4AFF-96B2-927F8991DDD8}" type="presParOf" srcId="{5537B3DA-8487-48A1-81FA-36C538E8B3A3}" destId="{56392502-41DA-4E0E-AF42-076FA035EDD8}" srcOrd="1" destOrd="0" presId="urn:microsoft.com/office/officeart/2005/8/layout/matrix3"/>
    <dgm:cxn modelId="{D1724418-2DBC-4C34-8751-02A88DF162B9}" type="presParOf" srcId="{5537B3DA-8487-48A1-81FA-36C538E8B3A3}" destId="{FAEBA29E-5BA9-48DF-9603-748563A3F68C}" srcOrd="2" destOrd="0" presId="urn:microsoft.com/office/officeart/2005/8/layout/matrix3"/>
    <dgm:cxn modelId="{0FC260BE-C4DB-4EF7-8EAE-7D7D439D38C2}" type="presParOf" srcId="{5537B3DA-8487-48A1-81FA-36C538E8B3A3}" destId="{8167CC31-83E7-4824-996B-D31895423653}" srcOrd="3" destOrd="0" presId="urn:microsoft.com/office/officeart/2005/8/layout/matrix3"/>
    <dgm:cxn modelId="{7C87B9E8-C153-4A6D-907A-E8DFD6AC445E}" type="presParOf" srcId="{5537B3DA-8487-48A1-81FA-36C538E8B3A3}" destId="{F0741D1A-BA15-4E9D-A147-9D1402A85C4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3088BD-CF47-49CA-A1C7-4BEBA209AB91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BEA786-A68F-4D21-B05B-DE336035E4AA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233BBD-F04D-47B4-9A48-72168251B3A2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CH" sz="2400" kern="1200"/>
            <a:t>Indice</a:t>
          </a:r>
          <a:endParaRPr lang="en-US" sz="2400" kern="1200"/>
        </a:p>
      </dsp:txBody>
      <dsp:txXfrm>
        <a:off x="1312541" y="828340"/>
        <a:ext cx="2148945" cy="911674"/>
      </dsp:txXfrm>
    </dsp:sp>
    <dsp:sp modelId="{71B38644-255B-4CB0-A121-AE693B328428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37D744-3137-4B60-BA50-15B7E4224638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A2DF11-8F74-44EF-9DFB-DD8E69CCA69B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CH" sz="2400" kern="1200"/>
            <a:t>Scopo</a:t>
          </a:r>
          <a:endParaRPr lang="en-US" sz="2400" kern="1200"/>
        </a:p>
      </dsp:txBody>
      <dsp:txXfrm>
        <a:off x="4942957" y="828340"/>
        <a:ext cx="2148945" cy="911674"/>
      </dsp:txXfrm>
    </dsp:sp>
    <dsp:sp modelId="{7ED45AD4-2B7E-4C0B-87F9-D3BE76857B2B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FCC045-612D-4949-9C9A-737647AA43F7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01D9A8-60C8-486E-B8CC-E4EEEF5225BB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CH" sz="2400" kern="1200"/>
            <a:t>Design</a:t>
          </a:r>
          <a:endParaRPr lang="en-US" sz="2400" kern="1200"/>
        </a:p>
      </dsp:txBody>
      <dsp:txXfrm>
        <a:off x="8573374" y="828340"/>
        <a:ext cx="2148945" cy="911674"/>
      </dsp:txXfrm>
    </dsp:sp>
    <dsp:sp modelId="{8D2ACA2B-9C87-4195-8602-7C04B570CB7A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049043-4298-4AA2-B9EA-3CF21FDE437C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309595-71E4-4678-AFF4-3522312F6857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CH" sz="2400" kern="1200"/>
            <a:t>Procedura</a:t>
          </a:r>
          <a:endParaRPr lang="en-US" sz="2400" kern="1200"/>
        </a:p>
      </dsp:txBody>
      <dsp:txXfrm>
        <a:off x="1312541" y="2452790"/>
        <a:ext cx="2148945" cy="911674"/>
      </dsp:txXfrm>
    </dsp:sp>
    <dsp:sp modelId="{1814486B-0C06-4768-826C-8981DD61B6A0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1C2338-676B-4927-89A5-67EA804D4B1E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0B21A1-F8AB-480E-AD90-BBBD6FE28CF0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CH" sz="2400" kern="1200"/>
            <a:t>Risultati</a:t>
          </a:r>
          <a:endParaRPr lang="en-US" sz="2400" kern="1200"/>
        </a:p>
      </dsp:txBody>
      <dsp:txXfrm>
        <a:off x="4942957" y="2452790"/>
        <a:ext cx="2148945" cy="911674"/>
      </dsp:txXfrm>
    </dsp:sp>
    <dsp:sp modelId="{6579EF99-15D6-4ADD-81D9-374E36616658}">
      <dsp:nvSpPr>
        <dsp:cNvPr id="0" name=""/>
        <dsp:cNvSpPr/>
      </dsp:nvSpPr>
      <dsp:spPr>
        <a:xfrm>
          <a:off x="7466341" y="245279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9A028E-CEF4-42C5-A547-F945BBF08471}">
      <dsp:nvSpPr>
        <dsp:cNvPr id="0" name=""/>
        <dsp:cNvSpPr/>
      </dsp:nvSpPr>
      <dsp:spPr>
        <a:xfrm>
          <a:off x="7657792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D6B189-3A12-4DDE-8733-33402D4AC22E}">
      <dsp:nvSpPr>
        <dsp:cNvPr id="0" name=""/>
        <dsp:cNvSpPr/>
      </dsp:nvSpPr>
      <dsp:spPr>
        <a:xfrm>
          <a:off x="8573374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CH" sz="2400" kern="1200"/>
            <a:t>Conclusione</a:t>
          </a:r>
          <a:endParaRPr lang="en-US" sz="2400" kern="1200"/>
        </a:p>
      </dsp:txBody>
      <dsp:txXfrm>
        <a:off x="8573374" y="2452790"/>
        <a:ext cx="2148945" cy="9116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8C389D-BB23-4CBF-9A56-CD8FF53E195C}">
      <dsp:nvSpPr>
        <dsp:cNvPr id="0" name=""/>
        <dsp:cNvSpPr/>
      </dsp:nvSpPr>
      <dsp:spPr>
        <a:xfrm>
          <a:off x="3367512" y="0"/>
          <a:ext cx="4192805" cy="419280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392502-41DA-4E0E-AF42-076FA035EDD8}">
      <dsp:nvSpPr>
        <dsp:cNvPr id="0" name=""/>
        <dsp:cNvSpPr/>
      </dsp:nvSpPr>
      <dsp:spPr>
        <a:xfrm>
          <a:off x="3765828" y="398316"/>
          <a:ext cx="1635193" cy="16351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CH" sz="1500" kern="1200"/>
            <a:t>Sviluppare il gioco dell'"impiccato" in python con interfaccia grafica</a:t>
          </a:r>
          <a:endParaRPr lang="en-US" sz="1500" kern="1200"/>
        </a:p>
      </dsp:txBody>
      <dsp:txXfrm>
        <a:off x="3845652" y="478140"/>
        <a:ext cx="1475545" cy="1475545"/>
      </dsp:txXfrm>
    </dsp:sp>
    <dsp:sp modelId="{FAEBA29E-5BA9-48DF-9603-748563A3F68C}">
      <dsp:nvSpPr>
        <dsp:cNvPr id="0" name=""/>
        <dsp:cNvSpPr/>
      </dsp:nvSpPr>
      <dsp:spPr>
        <a:xfrm>
          <a:off x="5526806" y="398316"/>
          <a:ext cx="1635193" cy="163519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CH" sz="1500" kern="1200"/>
            <a:t>Single player</a:t>
          </a:r>
          <a:endParaRPr lang="en-US" sz="1500" kern="1200"/>
        </a:p>
      </dsp:txBody>
      <dsp:txXfrm>
        <a:off x="5606630" y="478140"/>
        <a:ext cx="1475545" cy="1475545"/>
      </dsp:txXfrm>
    </dsp:sp>
    <dsp:sp modelId="{8167CC31-83E7-4824-996B-D31895423653}">
      <dsp:nvSpPr>
        <dsp:cNvPr id="0" name=""/>
        <dsp:cNvSpPr/>
      </dsp:nvSpPr>
      <dsp:spPr>
        <a:xfrm>
          <a:off x="3765828" y="2159294"/>
          <a:ext cx="1635193" cy="163519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CH" sz="1500" kern="1200"/>
            <a:t>Evoluzione della vecchia versione da terminale creata nel 2021</a:t>
          </a:r>
          <a:endParaRPr lang="en-US" sz="1500" kern="1200"/>
        </a:p>
      </dsp:txBody>
      <dsp:txXfrm>
        <a:off x="3845652" y="2239118"/>
        <a:ext cx="1475545" cy="1475545"/>
      </dsp:txXfrm>
    </dsp:sp>
    <dsp:sp modelId="{F0741D1A-BA15-4E9D-A147-9D1402A85C4C}">
      <dsp:nvSpPr>
        <dsp:cNvPr id="0" name=""/>
        <dsp:cNvSpPr/>
      </dsp:nvSpPr>
      <dsp:spPr>
        <a:xfrm>
          <a:off x="5526806" y="2159294"/>
          <a:ext cx="1635193" cy="163519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CH" sz="1500" kern="1200"/>
            <a:t>Compilato</a:t>
          </a:r>
          <a:endParaRPr lang="en-US" sz="1500" kern="1200"/>
        </a:p>
      </dsp:txBody>
      <dsp:txXfrm>
        <a:off x="5606630" y="2239118"/>
        <a:ext cx="1475545" cy="14755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5FB423-EFA9-86BE-6A66-FE0CF5FD9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2454EC2-012A-2DD6-3E2D-3F9EE4F95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330DD17-4DAA-E68C-781F-FB9225FD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285D-FB69-4A3C-BEE9-50FB77935495}" type="datetimeFigureOut">
              <a:rPr lang="it-CH" smtClean="0"/>
              <a:t>30.11.2025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89F5D3-82A8-457B-564D-7E3E9811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D23790A-1417-C839-ED4C-600AD57B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6CD97-98E1-4596-A64F-65F8C3DEF88E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169112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4C3396-5051-9355-F178-6AC45D22F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0B7DEA0-8AE6-311A-4F21-955D50C76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9CE483-A72A-4861-D126-3E84A660F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285D-FB69-4A3C-BEE9-50FB77935495}" type="datetimeFigureOut">
              <a:rPr lang="it-CH" smtClean="0"/>
              <a:t>30.11.2025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CEE021D-F0E8-612C-523C-69F8BE5B0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576F471-6B18-5754-37A8-DA4BF089A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6CD97-98E1-4596-A64F-65F8C3DEF88E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82618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4EC488-68BE-43C5-50FE-5F639A3F4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6A32906-D4EE-191C-4D7B-FE10AA892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8F0E232-BAB7-D4CA-A718-8B49AF3BB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285D-FB69-4A3C-BEE9-50FB77935495}" type="datetimeFigureOut">
              <a:rPr lang="it-CH" smtClean="0"/>
              <a:t>30.11.2025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FB6EC8-3E61-64F0-1EE1-ED731CDFF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88E6416-2C0D-0752-28D2-475531F28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6CD97-98E1-4596-A64F-65F8C3DEF88E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470480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F06FB4-BDAF-AC87-B754-9F5FB5DA4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0C8CE8-DF70-2B08-F7C0-11A838517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6D70ADF-B012-1EC4-0DF6-2CC1034C0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E997CF3-3165-806A-2631-938977BBF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285D-FB69-4A3C-BEE9-50FB77935495}" type="datetimeFigureOut">
              <a:rPr lang="it-CH" smtClean="0"/>
              <a:t>30.11.2025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78FB72F-862F-D4D0-0B95-6828588F6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D3A0D7E-767D-3CAA-DE25-BC59687CB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6CD97-98E1-4596-A64F-65F8C3DEF88E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71656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05D7E-CCAA-ACAD-7AF1-34AD75CEC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B8F956B-B582-23F2-DC76-3B5E67896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57296F2-4851-1999-BC24-C1D7188D4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441AA7B-73CC-0D45-5B02-AE889C28A7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5506A43-B5B4-DCCA-7001-7CE322893C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C0DDF00-D74F-BA58-BE8E-257AD0005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285D-FB69-4A3C-BEE9-50FB77935495}" type="datetimeFigureOut">
              <a:rPr lang="it-CH" smtClean="0"/>
              <a:t>30.11.2025</a:t>
            </a:fld>
            <a:endParaRPr lang="it-CH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6E50E1F-1F54-0B72-49F5-43D079E7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09014B0-93F6-0230-8BA8-6161ABFE8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6CD97-98E1-4596-A64F-65F8C3DEF88E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625455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DD5EDA-72C2-A1D8-1E21-2BB8F7C09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B6E8E88-73B4-29A1-7F37-71CDAB1E6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285D-FB69-4A3C-BEE9-50FB77935495}" type="datetimeFigureOut">
              <a:rPr lang="it-CH" smtClean="0"/>
              <a:t>30.11.2025</a:t>
            </a:fld>
            <a:endParaRPr lang="it-CH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431D24C-7698-256F-0391-29EACA5E5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981DADA-B314-D4B5-55F2-3E394DD9D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6CD97-98E1-4596-A64F-65F8C3DEF88E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97416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E3F5494-D8EA-E391-A760-B7F0E1EC4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285D-FB69-4A3C-BEE9-50FB77935495}" type="datetimeFigureOut">
              <a:rPr lang="it-CH" smtClean="0"/>
              <a:t>30.11.2025</a:t>
            </a:fld>
            <a:endParaRPr lang="it-CH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F70792D-FE91-94BF-A8F1-FA6F1206B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66523DC-E6CC-FE39-AE69-D6705E322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6CD97-98E1-4596-A64F-65F8C3DEF88E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516966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A7CB47-93CD-0FCF-BBD7-3B56BFFA0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5B3C9D8-CCF9-72C6-FC4B-9F0C68676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F1A230D-A8DA-8B0D-434D-1E74C52D9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A1E6BF1-57A6-CAF5-CE62-A8AC471F8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285D-FB69-4A3C-BEE9-50FB77935495}" type="datetimeFigureOut">
              <a:rPr lang="it-CH" smtClean="0"/>
              <a:t>30.11.2025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D5A2DBC-F54C-B644-B46D-8743D0AF3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B12E4E0-21B3-6AF7-B128-40ECAFA5F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6CD97-98E1-4596-A64F-65F8C3DEF88E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412108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C8D43D-FDF7-29AC-8B7F-8F3025B66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81BE6D5-FCF5-88DC-D0B3-F48AC6E9D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4313EE1-9F42-1074-8161-CAE9FF8F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40D9B44-2D91-B383-BDBA-75088AD74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285D-FB69-4A3C-BEE9-50FB77935495}" type="datetimeFigureOut">
              <a:rPr lang="it-CH" smtClean="0"/>
              <a:t>30.11.2025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C53D355-993B-820C-D615-DAD594EDA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D12EFDA-AF63-A996-F557-30DB9E92A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6CD97-98E1-4596-A64F-65F8C3DEF88E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004681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68EEFA-02E6-395C-EED5-06C5E9E00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68B8E5E-5AD2-FA0D-AB35-8273CC784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C75D585-DFE1-D616-C60E-0FEB64328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285D-FB69-4A3C-BEE9-50FB77935495}" type="datetimeFigureOut">
              <a:rPr lang="it-CH" smtClean="0"/>
              <a:t>30.11.2025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6479CBB-0F57-5712-F269-4988269CC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BDD9F2B-323A-4257-22AA-484B7AE13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6CD97-98E1-4596-A64F-65F8C3DEF88E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571710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650FE5D-3BC2-EFA4-33EC-A0C1B46D27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4918AC4-6D47-6B4C-8516-BD4009043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CD76F52-750B-FC0E-75B7-9B2E04231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285D-FB69-4A3C-BEE9-50FB77935495}" type="datetimeFigureOut">
              <a:rPr lang="it-CH" smtClean="0"/>
              <a:t>30.11.2025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D19BCD-8111-26F9-689D-723CE914F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8FEF47D-A3B5-184D-FC4C-C0B78848C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6CD97-98E1-4596-A64F-65F8C3DEF88E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272827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A7F044A-CE40-1F8E-FB33-4B5957A35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7D9B719-70EF-C1D1-E38C-DF9A110FC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0D6D6D-43AC-F6C0-3905-B245E680F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4285D-FB69-4A3C-BEE9-50FB77935495}" type="datetimeFigureOut">
              <a:rPr lang="it-CH" smtClean="0"/>
              <a:t>30.11.2025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758078E-9B10-0815-3BCE-8A5FE8FC55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CC10C0C-C5F1-0106-6ACD-C91878136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D6CD97-98E1-4596-A64F-65F8C3DEF88E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085488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2C4BFA1-2075-4901-9E24-E41D1FDD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053FB2EE-284F-4C87-AB3D-BBF87A9FA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279585F-93A4-3301-2F2F-486A2E676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6538"/>
            <a:ext cx="9144000" cy="1381188"/>
          </a:xfrm>
        </p:spPr>
        <p:txBody>
          <a:bodyPr anchor="ctr">
            <a:normAutofit/>
          </a:bodyPr>
          <a:lstStyle/>
          <a:p>
            <a:r>
              <a:rPr lang="it-CH" sz="4000" dirty="0">
                <a:solidFill>
                  <a:schemeClr val="bg2"/>
                </a:solidFill>
              </a:rPr>
              <a:t>Im&lt;</a:t>
            </a:r>
            <a:r>
              <a:rPr lang="it-CH" sz="4000" dirty="0" err="1">
                <a:solidFill>
                  <a:schemeClr val="bg2"/>
                </a:solidFill>
              </a:rPr>
              <a:t>py</a:t>
            </a:r>
            <a:r>
              <a:rPr lang="it-CH" sz="4000">
                <a:solidFill>
                  <a:schemeClr val="bg2"/>
                </a:solidFill>
              </a:rPr>
              <a:t>&gt;cato</a:t>
            </a:r>
            <a:endParaRPr lang="it-CH" sz="4000" dirty="0">
              <a:solidFill>
                <a:schemeClr val="bg2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224605A-F76E-4A8B-8CFF-A45EDB6FA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5800"/>
            <a:ext cx="9144000" cy="762000"/>
          </a:xfrm>
        </p:spPr>
        <p:txBody>
          <a:bodyPr>
            <a:normAutofit/>
          </a:bodyPr>
          <a:lstStyle/>
          <a:p>
            <a:r>
              <a:rPr lang="it-CH" sz="1800"/>
              <a:t>Progetto di semestre</a:t>
            </a:r>
          </a:p>
        </p:txBody>
      </p:sp>
      <p:pic>
        <p:nvPicPr>
          <p:cNvPr id="5" name="Immagine 4" descr="Immagine che contiene oscurità, nero, bianco e ner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5DEDC636-94E6-CEB7-58E8-C53C76BD1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48072"/>
            <a:ext cx="623077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666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85AF728-5EC0-94AC-B46E-12213B88E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CH" sz="4000">
                <a:solidFill>
                  <a:srgbClr val="FFFFFF"/>
                </a:solidFill>
              </a:rPr>
              <a:t>Indice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EF3469AA-6F21-D219-CDCD-34F111D74B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552951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magine 3" descr="Immagine che contiene schizzo, arte, bianco e ner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8AC18C9B-9F5F-7D2A-3AC0-1FCEBE5B71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47200"/>
            <a:ext cx="623077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565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A8DF3E6-1696-3A6B-7D22-22A3D0636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CH" sz="4000">
                <a:solidFill>
                  <a:srgbClr val="FFFFFF"/>
                </a:solidFill>
              </a:rPr>
              <a:t>Scopo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9DE0DAAD-888F-201D-B10C-8C8C371CA5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161222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magine 3" descr="Immagine che contiene simbolo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2A227226-995D-F5AE-8A04-4607068CB3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47200"/>
            <a:ext cx="623077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920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1C46188-4CDE-3E78-C2EE-9D3DF19F0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Design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C78F907-A694-479F-3EA9-DDA84B50F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Testo monospace</a:t>
            </a:r>
          </a:p>
          <a:p>
            <a:r>
              <a:rPr lang="en-US" sz="2000"/>
              <a:t>Disegno centrale che cambia progressivamente</a:t>
            </a:r>
          </a:p>
          <a:p>
            <a:r>
              <a:rPr lang="en-US" sz="2000"/>
              <a:t>Liste delle lettere corrette e quelle sbagliate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Segnaposto contenuto 9" descr="Immagine che contiene testo, schermata, schizzo, disegno&#10;&#10;Il contenuto generato dall'IA potrebbe non essere corretto.">
            <a:extLst>
              <a:ext uri="{FF2B5EF4-FFF2-40B4-BE49-F238E27FC236}">
                <a16:creationId xmlns:a16="http://schemas.microsoft.com/office/drawing/2014/main" id="{78880CCC-B135-5628-10AE-86C642DAB89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  <p:pic>
        <p:nvPicPr>
          <p:cNvPr id="4" name="Immagine 3" descr="Immagine che contiene simbolo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3BAB14C2-C32D-19E4-CF0D-6B79A6AAFE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47200"/>
            <a:ext cx="623078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334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C4C5D51-D994-C6A3-7DED-BCDA2B3F5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06" y="457201"/>
            <a:ext cx="4065669" cy="193357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Design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5A6296E-2772-B339-F18F-A00F6013E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4505" y="2714625"/>
            <a:ext cx="4065668" cy="30235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Due modalità</a:t>
            </a:r>
          </a:p>
          <a:p>
            <a:pPr lvl="1"/>
            <a:r>
              <a:rPr lang="en-US" sz="2000"/>
              <a:t>Grafica</a:t>
            </a:r>
          </a:p>
          <a:p>
            <a:pPr lvl="1"/>
            <a:r>
              <a:rPr lang="en-US" sz="2000"/>
              <a:t>ASCII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6F0D985-38AF-3F39-6EB5-CE39C2F93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34026" y="1282455"/>
            <a:ext cx="2682054" cy="4064554"/>
          </a:xfrm>
          <a:prstGeom prst="rect">
            <a:avLst/>
          </a:prstGeom>
        </p:spPr>
      </p:pic>
      <p:pic>
        <p:nvPicPr>
          <p:cNvPr id="8" name="Segnaposto contenuto 7" descr="Immagine che contiene bianco e nero, simbol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0B7D3405-5D2C-7EE3-2E33-C70CA7F8219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7813" y="1377690"/>
            <a:ext cx="2682054" cy="38740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56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 descr="Immagine che contiene simbolo, bianco e ner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680374FD-36A7-7116-0247-3CA6144CA1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47200"/>
            <a:ext cx="623077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67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EA3427-FC5A-7CFF-994C-28B830160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CH" dirty="0"/>
              <a:t>Pianificazione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667BCF3C-F31E-26B2-16A6-D3DB9BDD595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1610397B-2F82-4FC3-A673-C87DEF65163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439E617C-A49C-8A1E-6FE1-E21C631C7461}"/>
              </a:ext>
            </a:extLst>
          </p:cNvPr>
          <p:cNvSpPr txBox="1"/>
          <p:nvPr/>
        </p:nvSpPr>
        <p:spPr>
          <a:xfrm>
            <a:off x="3429000" y="5992297"/>
            <a:ext cx="1830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CH" dirty="0" err="1"/>
              <a:t>Gantt</a:t>
            </a:r>
            <a:r>
              <a:rPr lang="it-CH" dirty="0"/>
              <a:t> Preventivo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65CB3EF-6F1A-84AD-68B9-9538124BBE43}"/>
              </a:ext>
            </a:extLst>
          </p:cNvPr>
          <p:cNvSpPr txBox="1"/>
          <p:nvPr/>
        </p:nvSpPr>
        <p:spPr>
          <a:xfrm>
            <a:off x="8763000" y="5992297"/>
            <a:ext cx="2022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CH" dirty="0" err="1"/>
              <a:t>Ganntt</a:t>
            </a:r>
            <a:r>
              <a:rPr lang="it-CH" dirty="0"/>
              <a:t> consuntivo</a:t>
            </a:r>
          </a:p>
        </p:txBody>
      </p:sp>
      <p:pic>
        <p:nvPicPr>
          <p:cNvPr id="4" name="Immagine 3" descr="Immagine che contiene bianco e nero, simbol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6EBC9605-891E-B3DC-D6CA-D834A492C1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47200"/>
            <a:ext cx="623077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007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6BA4723-DA0D-4FED-AD19-E29AEDE9D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06" y="457201"/>
            <a:ext cx="4065669" cy="1933574"/>
          </a:xfrm>
        </p:spPr>
        <p:txBody>
          <a:bodyPr anchor="b">
            <a:normAutofit/>
          </a:bodyPr>
          <a:lstStyle/>
          <a:p>
            <a:r>
              <a:rPr lang="it-CH" sz="4000"/>
              <a:t>Risultati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CA6F57C7-DFE3-C13D-FF77-D82A13D0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505" y="2714625"/>
            <a:ext cx="4065668" cy="3023566"/>
          </a:xfrm>
        </p:spPr>
        <p:txBody>
          <a:bodyPr>
            <a:normAutofit/>
          </a:bodyPr>
          <a:lstStyle/>
          <a:p>
            <a:r>
              <a:rPr lang="it-CH" sz="2000"/>
              <a:t>Funziona</a:t>
            </a:r>
          </a:p>
          <a:p>
            <a:r>
              <a:rPr lang="it-CH" sz="2000"/>
              <a:t>Modalita</a:t>
            </a:r>
          </a:p>
          <a:p>
            <a:r>
              <a:rPr lang="it-CH" sz="2000"/>
              <a:t>Sia GUI</a:t>
            </a:r>
          </a:p>
          <a:p>
            <a:r>
              <a:rPr lang="it-CH" sz="2000"/>
              <a:t>Che terminale</a:t>
            </a:r>
          </a:p>
          <a:p>
            <a:r>
              <a:rPr lang="it-CH" sz="2000"/>
              <a:t>Tema dark e light + auto</a:t>
            </a:r>
          </a:p>
          <a:p>
            <a:r>
              <a:rPr lang="it-CH" sz="2000"/>
              <a:t>compilato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A5199B8-74C6-1B51-4E48-DA1DA9E01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613" y="1028700"/>
            <a:ext cx="2228880" cy="4572064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25D3650-AC96-FAF3-DE9E-41CB0AAAE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400" y="1028697"/>
            <a:ext cx="2228880" cy="457206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56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 descr="Immagine che contiene bianco e nero, simbol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FB43910E-FF50-0B3E-8B57-2E6E2C3DB5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47200"/>
            <a:ext cx="623077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223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F3BB9E-5F0C-B65E-DAEC-6D7B65C03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CH" dirty="0"/>
              <a:t>Test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5C941891-EA55-24CD-AFEB-6C7EA9B398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1549649"/>
              </p:ext>
            </p:extLst>
          </p:nvPr>
        </p:nvGraphicFramePr>
        <p:xfrm>
          <a:off x="838200" y="1825625"/>
          <a:ext cx="7361553" cy="459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395283680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504353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82986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CH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/>
                        <a:t>Descrizione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/>
                        <a:t>Risultato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602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CH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/>
                        <a:t>Programma compilato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>
                          <a:solidFill>
                            <a:schemeClr val="accent6"/>
                          </a:solidFill>
                        </a:rPr>
                        <a:t>Passato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29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CH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/>
                        <a:t>Mostra le due modalità di visualizzazione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>
                          <a:solidFill>
                            <a:schemeClr val="accent6"/>
                          </a:solidFill>
                        </a:rPr>
                        <a:t>Passato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94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CH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/>
                        <a:t>L'omino viene visualizzato per gradi man mano che si fanno gli errori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>
                          <a:solidFill>
                            <a:schemeClr val="accent6"/>
                          </a:solidFill>
                        </a:rPr>
                        <a:t>Passato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584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CH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/>
                        <a:t>Verifica condizione di vittoria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>
                          <a:solidFill>
                            <a:schemeClr val="accent6"/>
                          </a:solidFill>
                        </a:rPr>
                        <a:t>Passato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015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CH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/>
                        <a:t>Verifica condizione di partita persa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>
                          <a:solidFill>
                            <a:schemeClr val="accent6"/>
                          </a:solidFill>
                        </a:rPr>
                        <a:t>Passato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983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CH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/>
                        <a:t>È possibile cominciare una nuova partita senza chiudere il programma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>
                          <a:solidFill>
                            <a:schemeClr val="accent6"/>
                          </a:solidFill>
                        </a:rPr>
                        <a:t>Passato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CH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/>
                        <a:t>Selezione della difficoltà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>
                          <a:solidFill>
                            <a:srgbClr val="FF0000"/>
                          </a:solidFill>
                        </a:rPr>
                        <a:t>Fallito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186023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3910C90B-F23D-5483-8988-25A6C67920E1}"/>
              </a:ext>
            </a:extLst>
          </p:cNvPr>
          <p:cNvSpPr txBox="1"/>
          <p:nvPr/>
        </p:nvSpPr>
        <p:spPr>
          <a:xfrm>
            <a:off x="8721377" y="4940617"/>
            <a:ext cx="28968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dirty="0"/>
              <a:t>Questo test è fallito perché non c'è stato il tempo di implementare la scelta della difficoltà e nemmeno l'algoritmo per farlo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198585B0-2127-1065-4322-7F0E3BD9321C}"/>
              </a:ext>
            </a:extLst>
          </p:cNvPr>
          <p:cNvCxnSpPr/>
          <p:nvPr/>
        </p:nvCxnSpPr>
        <p:spPr>
          <a:xfrm flipH="1">
            <a:off x="8199753" y="6216383"/>
            <a:ext cx="4985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Immagine 5" descr="Immagine che contiene bianco e nero, simbol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A209D985-9ECD-D04F-529A-474835E57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47200"/>
            <a:ext cx="623077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03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3EDDF53-0851-48D4-A466-6FE0DCE91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074D04C-85E8-4A3E-90D7-86A10AE04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097020A-86B6-43BD-A2AA-66AE72CA3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0C6C743-32FE-4E24-AA22-45D3B1C7C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6BE50B1F-E040-0A31-9794-DF13C5955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it-CH" sz="4000">
                <a:solidFill>
                  <a:srgbClr val="FFFFFF"/>
                </a:solidFill>
              </a:rPr>
              <a:t>Conclusione</a:t>
            </a:r>
          </a:p>
        </p:txBody>
      </p:sp>
      <p:pic>
        <p:nvPicPr>
          <p:cNvPr id="11" name="Immagine 10" descr="Immagine che contiene Rettangolo, clipart, design&#10;&#10;Il contenuto generato dall'IA potrebbe non essere corretto.">
            <a:extLst>
              <a:ext uri="{FF2B5EF4-FFF2-40B4-BE49-F238E27FC236}">
                <a16:creationId xmlns:a16="http://schemas.microsoft.com/office/drawing/2014/main" id="{02D683FC-88D3-7AA7-ACA7-D90A67D09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327" y="2200459"/>
            <a:ext cx="1977374" cy="2133001"/>
          </a:xfrm>
          <a:prstGeom prst="rect">
            <a:avLst/>
          </a:prstGeom>
        </p:spPr>
      </p:pic>
      <p:pic>
        <p:nvPicPr>
          <p:cNvPr id="9" name="Immagine 8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C70AF9AD-7E38-A84B-9161-DB674BA90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581" y="2200459"/>
            <a:ext cx="1498433" cy="2133001"/>
          </a:xfrm>
          <a:prstGeom prst="rect">
            <a:avLst/>
          </a:prstGeom>
        </p:spPr>
      </p:pic>
      <p:pic>
        <p:nvPicPr>
          <p:cNvPr id="7" name="Immagine 6" descr="Immagine che contiene Carattere, logo,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B0231A1E-0646-01C9-0E85-C8058D639B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295" y="2200459"/>
            <a:ext cx="3061813" cy="1030278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03BB23-81D4-7C80-14D5-E48067043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4786744"/>
            <a:ext cx="9448800" cy="1442631"/>
          </a:xfrm>
        </p:spPr>
        <p:txBody>
          <a:bodyPr>
            <a:normAutofit/>
          </a:bodyPr>
          <a:lstStyle/>
          <a:p>
            <a:r>
              <a:rPr lang="it-CH" sz="1700"/>
              <a:t>Funziona</a:t>
            </a:r>
          </a:p>
          <a:p>
            <a:r>
              <a:rPr lang="it-CH" sz="1700"/>
              <a:t>Ho imparato dele cose nuove</a:t>
            </a:r>
          </a:p>
          <a:p>
            <a:r>
              <a:rPr lang="it-CH" sz="1700"/>
              <a:t>Prima GUI con python che ho fatto</a:t>
            </a:r>
          </a:p>
          <a:p>
            <a:r>
              <a:rPr lang="it-CH" sz="1700"/>
              <a:t>Compilazione</a:t>
            </a:r>
          </a:p>
        </p:txBody>
      </p:sp>
      <p:pic>
        <p:nvPicPr>
          <p:cNvPr id="5" name="Immagine 4" descr="Immagine che contiene bianco e nero, simbol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6BC26958-2130-5064-3F83-5867C7B230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5947200"/>
            <a:ext cx="623077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260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2B50111-489C-9028-8CD0-0E42E6A7E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ringraziamenti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780E4CD-2A19-368F-9CF8-B88C45DCC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1874" y="4797188"/>
            <a:ext cx="6051236" cy="124182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Grazie per l'attenzione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 descr="Immagine che contiene bianco e nero, simbol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0491D842-A956-36AF-A20E-4DA5B5F55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47200"/>
            <a:ext cx="623077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962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179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di Office</vt:lpstr>
      <vt:lpstr>Im&lt;py&gt;cato</vt:lpstr>
      <vt:lpstr>Indice</vt:lpstr>
      <vt:lpstr>Scopo</vt:lpstr>
      <vt:lpstr>Design</vt:lpstr>
      <vt:lpstr>Design</vt:lpstr>
      <vt:lpstr>Pianificazione</vt:lpstr>
      <vt:lpstr>Risultati</vt:lpstr>
      <vt:lpstr>Test</vt:lpstr>
      <vt:lpstr>Conclusione</vt:lpstr>
      <vt:lpstr>ringraziamenti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Petrini Geo</dc:creator>
  <cp:lastModifiedBy>Petrini Geo</cp:lastModifiedBy>
  <cp:revision>3</cp:revision>
  <dcterms:created xsi:type="dcterms:W3CDTF">2025-11-30T06:50:08Z</dcterms:created>
  <dcterms:modified xsi:type="dcterms:W3CDTF">2025-11-30T07:59:23Z</dcterms:modified>
</cp:coreProperties>
</file>